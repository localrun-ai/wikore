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_rels/slide1.xml.rels><?xml version="1.0"?><Relationships xmlns="http://schemas.openxmlformats.org/package/2006/relationships"/>
</file>

<file path=ppt/slides/_rels/slide2.xml.rels><?xml version="1.0"?><Relationships xmlns="http://schemas.openxmlformats.org/package/2006/relationships"/>
</file>

<file path=ppt/slides/_rels/slide3.xml.rels><?xml version="1.0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ctrTitle"/>
          </p:nvPr>
        </p:nvSpPr>
        <p:txBody>
          <a:bodyPr/>
          <a:p>
            <a:r>
              <a:t>Introduction</a:t>
            </a:r>
          </a:p>
        </p:txBody>
      </p:sp>
      <p:sp>
        <p:nvSpPr>
          <p:nvPr>
            <p:ph idx="1"/>
          </p:nvPr>
        </p:nvSpPr>
        <p:txBody>
          <a:bodyPr/>
          <a:p>
            <a:r>
              <a:t>First bullet point.</a:t>
            </a:r>
          </a:p>
          <a:p>
            <a:r>
              <a:t>Second bullet point.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bodyPr/>
          <a:p>
            <a:r>
              <a:t>Background</a:t>
            </a:r>
          </a:p>
        </p:txBody>
      </p:sp>
      <p:sp>
        <p:nvSpPr>
          <p:nvPr>
            <p:ph idx="1"/>
          </p:nvPr>
        </p:nvSpPr>
        <p:txBody>
          <a:bodyPr/>
          <a:p>
            <a:r>
              <a:t>Background section content.</a:t>
            </a:r>
          </a:p>
          <a:p>
            <a:r>
              <a:t>More details here.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bodyPr/>
          <a:p>
            <a:r>
              <a:t>Conclusion</a:t>
            </a:r>
          </a:p>
        </p:txBody>
      </p:sp>
      <p:sp>
        <p:nvSpPr>
          <p:nvPr>
            <p:ph idx="1"/>
          </p:nvPr>
        </p:nvSpPr>
        <p:txBody>
          <a:bodyPr/>
          <a:p>
            <a:r>
              <a:t>Key takeaways.</a:t>
            </a:r>
          </a:p>
          <a:p>
            <a:r>
              <a:t>Next steps.</a:t>
            </a:r>
          </a:p>
        </p:txBody>
      </p:sp>
    </p:spTree>
  </p:cSld>
</p:sld>
</file>